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立碑吉日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坐山：子</a:t>
            </a:r>
          </a:p>
          <a:p>
            <a:r>
              <a:t>向山：午</a:t>
            </a:r>
          </a:p>
          <a:p>
            <a:r>
              <a:t>四柱：丁未 己酉 己亥 己巳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大六壬信息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三传： →  →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课格信息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重审课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吉日列表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日期：2027-09-17，时辰：子，评分：93.7</a:t>
            </a:r>
          </a:p>
          <a:p>
            <a:pPr>
              <a:defRPr sz="1600"/>
            </a:pPr>
            <a:r>
              <a:t>2. 日期：2027-09-17，时辰：巳，评分：93.7</a:t>
            </a:r>
          </a:p>
          <a:p>
            <a:pPr>
              <a:defRPr sz="1600"/>
            </a:pPr>
            <a:r>
              <a:t>3. 日期：2027-09-17，时辰：戌，评分：93.7</a:t>
            </a:r>
          </a:p>
          <a:p>
            <a:pPr>
              <a:defRPr sz="1600"/>
            </a:pPr>
            <a:r>
              <a:t>4. 日期：2027-10-07，时辰：子，评分：93.7</a:t>
            </a:r>
          </a:p>
          <a:p>
            <a:pPr>
              <a:defRPr sz="1600"/>
            </a:pPr>
            <a:r>
              <a:t>5. 日期：2027-10-07，时辰：巳，评分：93.7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综合评价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【传统课体断语】 ◆ 三元辰格（平） 总断：三元辰格，课体平稳，无大吉凶。 总论：三元辰格，课体平稳，无大吉凶，需具体分析。 ◆ 元辰旺相（平） 总断：元辰旺相，课体平稳，无大吉凶。 总论：元辰旺相，课体平稳，无大吉凶，需具体分析。 ◆ 重审课（中吉） 总断：重审课，一下克上，事多反复，女子占之尤吉。 总论：重审课为九宗门之一，一下克上，事多反复，需审慎行事。此课主事迟成，宜于谋望，先难后易，女子占之尤吉。 安葬：重审课安葬，主子孙兴旺，但需经历波折方能发达。宜葬巳、酉、丑方之山，忌葬亥、卯、未方之山。 立碑：立碑用重审课，主碑石虽立，但需经历风雨方能稳固。宜立碑于秋季，主功名迟显。 【属相吉凶详细分析】 ◆ 三元辰格属相分析： ◆ 元辰旺相属相分析： ◆ 重审课属相分析： 大吉属相：蛇, 鸡, 牛 · 蛇：蛇属相遇重审课，大吉大利。主事业有成，巳年巳月必有喜事。 · 鸡：鸡属相遇重审课，吉星高照。主财运亨通，酉年酉月有进财之喜。 · 牛：牛属相遇重审课，福星临门。主家宅平安，丑年丑月有添丁之喜。 需谨慎属相：猪, 兔, 羊 · 猪：猪属相遇重审课，需谨慎行事。主事业有阻，亥年亥月需防小人。 · 兔：兔属相遇重审课，事多反复。主财运不稳，卯年卯月需防破财。 · 羊：羊属相遇重审课，需忍耐等待。主事业迟滞，未年未月方有转机。 【发科甲年份详细预测】 ◆ 三元辰格： 发科年份：需具体分析 发福期限：需具体分析 ◆ 元辰旺相： 发科年份：需具体分析 发福期限：需具体分析 ◆ 重审课： 发科年份：巳酉丑年发科甲 发福期限：五年内发福 发科详解： · 巳年发科甲，主文运亨通，科举高中，宜于考试、升迁。 · 酉年发科甲，主功名显达，官职晋升，宜于任职、升官。 · 丑年发科甲，主武职显赫，军功卓著，宜于从军、任职。 【行业适宜详细分析】 ◆ 重审课适宜行业：教育, 医疗, 服务 · 教育：教育用重审课，主教学相长，师生和谐，桃李满天下。 · 医疗：医疗用重审课，主医术精湛，救死扶伤，名声远播。 · 服务：服务用重审课，主服务周到，顾客满意，生意兴隆。 【吉神凶神分析】 ◆ 重审课吉神宜趋：天德, 月德, 三合 ◆ 重审课凶神宜忌：月破, 大耗 【宜忌事项】 ◆ 重审课宜：安葬, 立碑, 婚嫁, 开业, 诉讼, 和解 ◆ 重审课忌：上任, 出行, 动土 【禄马贵人到山到向详细断语】 ◆ 日柱贵人到山： 断语：贵人到山，主贵人扶持，官运亨通，逢凶化吉。 总论：贵人到山，主贵人扶持，官运亨通，逢凶化吉。贵人为吉星，到山则贵人扶持，官运亨通。 安葬：安葬遇贵人到山，主子孙显达，贵人扶持，当年必有喜事。 ◆ 日柱贵人到向： 断语：贵人到向，主贵人临门，事业顺遂，逢凶化吉。 总论：贵人到向，主贵人临门，事业顺遂，逢凶化吉。贵人为吉星，到向则贵人临门，事业顺遂。 ◆ 禄马贵人齐到（大吉）： 断语：禄马贵人齐到山向，大吉之课，主富贵双全，官禄亨通，财源广进，子孙显达。 总论：禄马贵人齐到山向，大吉之课，主富贵双全，官禄亨通，财源广进，子孙显达。此为最吉之课，诸事皆宜。 安葬：安葬遇禄马贵人齐到，大吉大利。主子孙显达，富贵双全，当年必有喜事。 立碑：立碑遇禄马贵人齐到，大吉大利。主碑石坚固，子孙显达，功名可期。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