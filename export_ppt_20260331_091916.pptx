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200" b="1"/>
            </a:pPr>
            <a:r>
              <a:t>??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/>
            </a:pPr>
            <a:r>
              <a:t>坐山：</a:t>
            </a:r>
          </a:p>
          <a:p>
            <a:r>
              <a:t>向山：</a:t>
            </a:r>
          </a:p>
          <a:p>
            <a:r>
              <a:t>四柱：?? ?? ?? ??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