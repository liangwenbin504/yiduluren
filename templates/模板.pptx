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9144000" cy="6858000" type="screen4x3"/>
  <p:notesSz cx="6858000" cy="9144000"/>
  <p:embeddedFontLst>
    <p:embeddedFont>
      <p:font typeface="Calibri" panose="020F0502020204030204" charset="0"/>
      <p:regular r:id="rId9"/>
      <p:bold r:id="rId10"/>
      <p:italic r:id="rId11"/>
      <p:boldItalic r:id="rId12"/>
    </p:embeddedFont>
    <p:embeddedFont>
      <p:font typeface="汉仪古隶简" panose="00020600040101010101" charset="-122"/>
      <p:regular r:id="rId13"/>
    </p:embeddedFont>
    <p:embeddedFont>
      <p:font typeface="汉仪颜楷简" panose="00020600040101010101" charset="-122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6.fntdata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image" Target="../media/image3.png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语文素材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1143" y="857250"/>
            <a:ext cx="9141714" cy="51435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图片 14" descr="语文素材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email"/>
          <a:srcRect/>
          <a:stretch>
            <a:fillRect/>
          </a:stretch>
        </p:blipFill>
        <p:spPr>
          <a:xfrm>
            <a:off x="1143" y="1111568"/>
            <a:ext cx="9141714" cy="4889183"/>
          </a:xfrm>
          <a:custGeom>
            <a:avLst/>
            <a:gdLst>
              <a:gd name="connsiteX0" fmla="*/ 0 w 12188952"/>
              <a:gd name="connsiteY0" fmla="*/ 0 h 6518910"/>
              <a:gd name="connsiteX1" fmla="*/ 12188952 w 12188952"/>
              <a:gd name="connsiteY1" fmla="*/ 0 h 6518910"/>
              <a:gd name="connsiteX2" fmla="*/ 12188952 w 12188952"/>
              <a:gd name="connsiteY2" fmla="*/ 6518910 h 6518910"/>
              <a:gd name="connsiteX3" fmla="*/ 0 w 12188952"/>
              <a:gd name="connsiteY3" fmla="*/ 6518910 h 6518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518910">
                <a:moveTo>
                  <a:pt x="0" y="0"/>
                </a:moveTo>
                <a:lnTo>
                  <a:pt x="12188952" y="0"/>
                </a:lnTo>
                <a:lnTo>
                  <a:pt x="12188952" y="6518910"/>
                </a:lnTo>
                <a:lnTo>
                  <a:pt x="0" y="6518910"/>
                </a:lnTo>
                <a:close/>
              </a:path>
            </a:pathLst>
          </a:custGeom>
        </p:spPr>
      </p:pic>
      <p:sp>
        <p:nvSpPr>
          <p:cNvPr id="14" name="缺角矩形 13"/>
          <p:cNvSpPr/>
          <p:nvPr userDrawn="1">
            <p:custDataLst>
              <p:tags r:id="rId6"/>
            </p:custDataLst>
          </p:nvPr>
        </p:nvSpPr>
        <p:spPr>
          <a:xfrm>
            <a:off x="402908" y="1244918"/>
            <a:ext cx="8339138" cy="4755356"/>
          </a:xfrm>
          <a:prstGeom prst="plaque">
            <a:avLst>
              <a:gd name="adj" fmla="val 3945"/>
            </a:avLst>
          </a:prstGeom>
          <a:gradFill>
            <a:gsLst>
              <a:gs pos="35000">
                <a:srgbClr val="FFFFFF">
                  <a:alpha val="84000"/>
                </a:srgb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1333500" y="1837849"/>
            <a:ext cx="6476596" cy="1507959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200" b="0">
                <a:gradFill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1333500" y="3490100"/>
            <a:ext cx="6477000" cy="386832"/>
          </a:xfrm>
        </p:spPr>
        <p:txBody>
          <a:bodyPr wrap="square"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2" name="缺角矩形 11"/>
          <p:cNvSpPr/>
          <p:nvPr userDrawn="1">
            <p:custDataLst>
              <p:tags r:id="rId12"/>
            </p:custDataLst>
          </p:nvPr>
        </p:nvSpPr>
        <p:spPr>
          <a:xfrm>
            <a:off x="545306" y="1387793"/>
            <a:ext cx="8054340" cy="4612958"/>
          </a:xfrm>
          <a:prstGeom prst="plaque">
            <a:avLst>
              <a:gd name="adj" fmla="val 0"/>
            </a:avLst>
          </a:prstGeom>
          <a:noFill/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13"/>
            </p:custDataLst>
          </p:nvPr>
        </p:nvSpPr>
        <p:spPr>
          <a:xfrm>
            <a:off x="479108" y="1321594"/>
            <a:ext cx="8186738" cy="111234"/>
          </a:xfrm>
          <a:custGeom>
            <a:avLst/>
            <a:gdLst>
              <a:gd name="adj" fmla="val 0"/>
              <a:gd name="a" fmla="pin 0 adj 50000"/>
              <a:gd name="x1" fmla="*/ ss a 100000"/>
              <a:gd name="x2" fmla="+- r 0 x1"/>
              <a:gd name="y2" fmla="+- b 0 x1"/>
              <a:gd name="il" fmla="*/ x1 70711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90" h="234">
                <a:moveTo>
                  <a:pt x="16956" y="0"/>
                </a:moveTo>
                <a:lnTo>
                  <a:pt x="17190" y="0"/>
                </a:lnTo>
                <a:lnTo>
                  <a:pt x="17190" y="234"/>
                </a:lnTo>
                <a:lnTo>
                  <a:pt x="17184" y="231"/>
                </a:lnTo>
                <a:cubicBezTo>
                  <a:pt x="17082" y="188"/>
                  <a:pt x="17001" y="107"/>
                  <a:pt x="16958" y="5"/>
                </a:cubicBezTo>
                <a:lnTo>
                  <a:pt x="16956" y="0"/>
                </a:lnTo>
                <a:close/>
                <a:moveTo>
                  <a:pt x="0" y="0"/>
                </a:moveTo>
                <a:lnTo>
                  <a:pt x="234" y="0"/>
                </a:lnTo>
                <a:lnTo>
                  <a:pt x="232" y="5"/>
                </a:lnTo>
                <a:cubicBezTo>
                  <a:pt x="189" y="107"/>
                  <a:pt x="108" y="188"/>
                  <a:pt x="6" y="231"/>
                </a:cubicBez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pic>
        <p:nvPicPr>
          <p:cNvPr id="8" name="图片 7" descr="生成海报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 cstate="email">
            <a:lum bright="6000"/>
          </a:blip>
          <a:srcRect/>
          <a:stretch>
            <a:fillRect/>
          </a:stretch>
        </p:blipFill>
        <p:spPr>
          <a:xfrm>
            <a:off x="0" y="4175760"/>
            <a:ext cx="9141714" cy="1824990"/>
          </a:xfrm>
          <a:custGeom>
            <a:avLst/>
            <a:gdLst>
              <a:gd name="connsiteX0" fmla="*/ 0 w 12188952"/>
              <a:gd name="connsiteY0" fmla="*/ 0 h 2433320"/>
              <a:gd name="connsiteX1" fmla="*/ 12188952 w 12188952"/>
              <a:gd name="connsiteY1" fmla="*/ 0 h 2433320"/>
              <a:gd name="connsiteX2" fmla="*/ 12188952 w 12188952"/>
              <a:gd name="connsiteY2" fmla="*/ 2433320 h 2433320"/>
              <a:gd name="connsiteX3" fmla="*/ 0 w 12188952"/>
              <a:gd name="connsiteY3" fmla="*/ 2433320 h 2433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2433320">
                <a:moveTo>
                  <a:pt x="0" y="0"/>
                </a:moveTo>
                <a:lnTo>
                  <a:pt x="12188952" y="0"/>
                </a:lnTo>
                <a:lnTo>
                  <a:pt x="12188952" y="2433320"/>
                </a:lnTo>
                <a:lnTo>
                  <a:pt x="0" y="2433320"/>
                </a:lnTo>
                <a:close/>
              </a:path>
            </a:pathLst>
          </a:custGeom>
        </p:spPr>
      </p:pic>
      <p:sp>
        <p:nvSpPr>
          <p:cNvPr id="7" name="任意多边形: 形状 2"/>
          <p:cNvSpPr/>
          <p:nvPr userDrawn="1">
            <p:custDataLst>
              <p:tags r:id="rId16"/>
            </p:custDataLst>
          </p:nvPr>
        </p:nvSpPr>
        <p:spPr>
          <a:xfrm>
            <a:off x="69698" y="2744300"/>
            <a:ext cx="1950388" cy="848947"/>
          </a:xfrm>
          <a:custGeom>
            <a:avLst/>
            <a:gdLst>
              <a:gd name="connsiteX0" fmla="*/ 226049 w 1658514"/>
              <a:gd name="connsiteY0" fmla="*/ 4 h 721903"/>
              <a:gd name="connsiteX1" fmla="*/ 78983 w 1658514"/>
              <a:gd name="connsiteY1" fmla="*/ 114208 h 721903"/>
              <a:gd name="connsiteX2" fmla="*/ 502846 w 1658514"/>
              <a:gd name="connsiteY2" fmla="*/ 205172 h 721903"/>
              <a:gd name="connsiteX3" fmla="*/ 1296469 w 1658514"/>
              <a:gd name="connsiteY3" fmla="*/ 358048 h 721903"/>
              <a:gd name="connsiteX4" fmla="*/ 1120351 w 1658514"/>
              <a:gd name="connsiteY4" fmla="*/ 510925 h 721903"/>
              <a:gd name="connsiteX5" fmla="*/ 1010052 w 1658514"/>
              <a:gd name="connsiteY5" fmla="*/ 570932 h 721903"/>
              <a:gd name="connsiteX6" fmla="*/ 1236556 w 1658514"/>
              <a:gd name="connsiteY6" fmla="*/ 661896 h 721903"/>
              <a:gd name="connsiteX7" fmla="*/ 1658514 w 1658514"/>
              <a:gd name="connsiteY7" fmla="*/ 721904 h 721903"/>
              <a:gd name="connsiteX8" fmla="*/ 1426199 w 1658514"/>
              <a:gd name="connsiteY8" fmla="*/ 679327 h 721903"/>
              <a:gd name="connsiteX9" fmla="*/ 928708 w 1658514"/>
              <a:gd name="connsiteY9" fmla="*/ 648371 h 721903"/>
              <a:gd name="connsiteX10" fmla="*/ 998431 w 1658514"/>
              <a:gd name="connsiteY10" fmla="*/ 470253 h 721903"/>
              <a:gd name="connsiteX11" fmla="*/ 1161023 w 1658514"/>
              <a:gd name="connsiteY11" fmla="*/ 365764 h 721903"/>
              <a:gd name="connsiteX12" fmla="*/ 615145 w 1658514"/>
              <a:gd name="connsiteY12" fmla="*/ 247654 h 721903"/>
              <a:gd name="connsiteX13" fmla="*/ 11260 w 1658514"/>
              <a:gd name="connsiteY13" fmla="*/ 177931 h 721903"/>
              <a:gd name="connsiteX14" fmla="*/ 226049 w 1658514"/>
              <a:gd name="connsiteY14" fmla="*/ 4 h 7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58514" h="721903">
                <a:moveTo>
                  <a:pt x="226049" y="4"/>
                </a:moveTo>
                <a:cubicBezTo>
                  <a:pt x="235955" y="-282"/>
                  <a:pt x="63457" y="15530"/>
                  <a:pt x="78983" y="114208"/>
                </a:cubicBezTo>
                <a:cubicBezTo>
                  <a:pt x="94509" y="212888"/>
                  <a:pt x="286057" y="207077"/>
                  <a:pt x="502846" y="205172"/>
                </a:cubicBezTo>
                <a:cubicBezTo>
                  <a:pt x="719635" y="203267"/>
                  <a:pt x="1232556" y="183836"/>
                  <a:pt x="1296469" y="358048"/>
                </a:cubicBezTo>
                <a:cubicBezTo>
                  <a:pt x="1342189" y="482731"/>
                  <a:pt x="1189979" y="512925"/>
                  <a:pt x="1120351" y="510925"/>
                </a:cubicBezTo>
                <a:cubicBezTo>
                  <a:pt x="1066059" y="509401"/>
                  <a:pt x="1010052" y="522545"/>
                  <a:pt x="1010052" y="570932"/>
                </a:cubicBezTo>
                <a:cubicBezTo>
                  <a:pt x="1010052" y="619319"/>
                  <a:pt x="1101016" y="654181"/>
                  <a:pt x="1236556" y="661896"/>
                </a:cubicBezTo>
                <a:cubicBezTo>
                  <a:pt x="1372002" y="669611"/>
                  <a:pt x="1588791" y="661896"/>
                  <a:pt x="1658514" y="721904"/>
                </a:cubicBezTo>
                <a:cubicBezTo>
                  <a:pt x="1658514" y="721904"/>
                  <a:pt x="1567550" y="683232"/>
                  <a:pt x="1426199" y="679327"/>
                </a:cubicBezTo>
                <a:cubicBezTo>
                  <a:pt x="1292659" y="675707"/>
                  <a:pt x="1017767" y="704473"/>
                  <a:pt x="928708" y="648371"/>
                </a:cubicBezTo>
                <a:cubicBezTo>
                  <a:pt x="839650" y="592268"/>
                  <a:pt x="888037" y="470253"/>
                  <a:pt x="998431" y="470253"/>
                </a:cubicBezTo>
                <a:cubicBezTo>
                  <a:pt x="1108826" y="470253"/>
                  <a:pt x="1185502" y="437868"/>
                  <a:pt x="1161023" y="365764"/>
                </a:cubicBezTo>
                <a:cubicBezTo>
                  <a:pt x="1122352" y="251559"/>
                  <a:pt x="826124" y="241844"/>
                  <a:pt x="615145" y="247654"/>
                </a:cubicBezTo>
                <a:cubicBezTo>
                  <a:pt x="404167" y="253464"/>
                  <a:pt x="65458" y="303756"/>
                  <a:pt x="11260" y="177931"/>
                </a:cubicBezTo>
                <a:cubicBezTo>
                  <a:pt x="-42937" y="52106"/>
                  <a:pt x="109939" y="3909"/>
                  <a:pt x="226049" y="4"/>
                </a:cubicBezTo>
                <a:close/>
              </a:path>
            </a:pathLst>
          </a:custGeom>
          <a:gradFill>
            <a:gsLst>
              <a:gs pos="2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 scaled="1"/>
          </a:gradFill>
          <a:ln w="2858" cap="rnd">
            <a:noFill/>
            <a:prstDash val="solid"/>
            <a:round/>
          </a:ln>
        </p:spPr>
        <p:txBody>
          <a:bodyPr rtlCol="0" anchor="ctr"/>
          <a:lstStyle/>
          <a:p>
            <a:pPr defTabSz="914400"/>
            <a:endParaRPr lang="zh-CN" altLang="en-US" sz="1350" dirty="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9" name="任意多边形: 形状 13"/>
          <p:cNvSpPr/>
          <p:nvPr userDrawn="1">
            <p:custDataLst>
              <p:tags r:id="rId17"/>
            </p:custDataLst>
          </p:nvPr>
        </p:nvSpPr>
        <p:spPr>
          <a:xfrm flipH="1">
            <a:off x="7117871" y="3309748"/>
            <a:ext cx="1950388" cy="848947"/>
          </a:xfrm>
          <a:custGeom>
            <a:avLst/>
            <a:gdLst>
              <a:gd name="connsiteX0" fmla="*/ 226049 w 1658514"/>
              <a:gd name="connsiteY0" fmla="*/ 4 h 721903"/>
              <a:gd name="connsiteX1" fmla="*/ 78983 w 1658514"/>
              <a:gd name="connsiteY1" fmla="*/ 114208 h 721903"/>
              <a:gd name="connsiteX2" fmla="*/ 502846 w 1658514"/>
              <a:gd name="connsiteY2" fmla="*/ 205172 h 721903"/>
              <a:gd name="connsiteX3" fmla="*/ 1296469 w 1658514"/>
              <a:gd name="connsiteY3" fmla="*/ 358048 h 721903"/>
              <a:gd name="connsiteX4" fmla="*/ 1120351 w 1658514"/>
              <a:gd name="connsiteY4" fmla="*/ 510925 h 721903"/>
              <a:gd name="connsiteX5" fmla="*/ 1010052 w 1658514"/>
              <a:gd name="connsiteY5" fmla="*/ 570932 h 721903"/>
              <a:gd name="connsiteX6" fmla="*/ 1236556 w 1658514"/>
              <a:gd name="connsiteY6" fmla="*/ 661896 h 721903"/>
              <a:gd name="connsiteX7" fmla="*/ 1658514 w 1658514"/>
              <a:gd name="connsiteY7" fmla="*/ 721904 h 721903"/>
              <a:gd name="connsiteX8" fmla="*/ 1426199 w 1658514"/>
              <a:gd name="connsiteY8" fmla="*/ 679327 h 721903"/>
              <a:gd name="connsiteX9" fmla="*/ 928708 w 1658514"/>
              <a:gd name="connsiteY9" fmla="*/ 648371 h 721903"/>
              <a:gd name="connsiteX10" fmla="*/ 998431 w 1658514"/>
              <a:gd name="connsiteY10" fmla="*/ 470253 h 721903"/>
              <a:gd name="connsiteX11" fmla="*/ 1161023 w 1658514"/>
              <a:gd name="connsiteY11" fmla="*/ 365764 h 721903"/>
              <a:gd name="connsiteX12" fmla="*/ 615145 w 1658514"/>
              <a:gd name="connsiteY12" fmla="*/ 247654 h 721903"/>
              <a:gd name="connsiteX13" fmla="*/ 11260 w 1658514"/>
              <a:gd name="connsiteY13" fmla="*/ 177931 h 721903"/>
              <a:gd name="connsiteX14" fmla="*/ 226049 w 1658514"/>
              <a:gd name="connsiteY14" fmla="*/ 4 h 7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58514" h="721903">
                <a:moveTo>
                  <a:pt x="226049" y="4"/>
                </a:moveTo>
                <a:cubicBezTo>
                  <a:pt x="235955" y="-282"/>
                  <a:pt x="63457" y="15530"/>
                  <a:pt x="78983" y="114208"/>
                </a:cubicBezTo>
                <a:cubicBezTo>
                  <a:pt x="94509" y="212888"/>
                  <a:pt x="286057" y="207077"/>
                  <a:pt x="502846" y="205172"/>
                </a:cubicBezTo>
                <a:cubicBezTo>
                  <a:pt x="719635" y="203267"/>
                  <a:pt x="1232556" y="183836"/>
                  <a:pt x="1296469" y="358048"/>
                </a:cubicBezTo>
                <a:cubicBezTo>
                  <a:pt x="1342189" y="482731"/>
                  <a:pt x="1189979" y="512925"/>
                  <a:pt x="1120351" y="510925"/>
                </a:cubicBezTo>
                <a:cubicBezTo>
                  <a:pt x="1066059" y="509401"/>
                  <a:pt x="1010052" y="522545"/>
                  <a:pt x="1010052" y="570932"/>
                </a:cubicBezTo>
                <a:cubicBezTo>
                  <a:pt x="1010052" y="619319"/>
                  <a:pt x="1101016" y="654181"/>
                  <a:pt x="1236556" y="661896"/>
                </a:cubicBezTo>
                <a:cubicBezTo>
                  <a:pt x="1372002" y="669611"/>
                  <a:pt x="1588791" y="661896"/>
                  <a:pt x="1658514" y="721904"/>
                </a:cubicBezTo>
                <a:cubicBezTo>
                  <a:pt x="1658514" y="721904"/>
                  <a:pt x="1567550" y="683232"/>
                  <a:pt x="1426199" y="679327"/>
                </a:cubicBezTo>
                <a:cubicBezTo>
                  <a:pt x="1292659" y="675707"/>
                  <a:pt x="1017767" y="704473"/>
                  <a:pt x="928708" y="648371"/>
                </a:cubicBezTo>
                <a:cubicBezTo>
                  <a:pt x="839650" y="592268"/>
                  <a:pt x="888037" y="470253"/>
                  <a:pt x="998431" y="470253"/>
                </a:cubicBezTo>
                <a:cubicBezTo>
                  <a:pt x="1108826" y="470253"/>
                  <a:pt x="1185502" y="437868"/>
                  <a:pt x="1161023" y="365764"/>
                </a:cubicBezTo>
                <a:cubicBezTo>
                  <a:pt x="1122352" y="251559"/>
                  <a:pt x="826124" y="241844"/>
                  <a:pt x="615145" y="247654"/>
                </a:cubicBezTo>
                <a:cubicBezTo>
                  <a:pt x="404167" y="253464"/>
                  <a:pt x="65458" y="303756"/>
                  <a:pt x="11260" y="177931"/>
                </a:cubicBezTo>
                <a:cubicBezTo>
                  <a:pt x="-42937" y="52106"/>
                  <a:pt x="109939" y="3909"/>
                  <a:pt x="226049" y="4"/>
                </a:cubicBezTo>
                <a:close/>
              </a:path>
            </a:pathLst>
          </a:custGeom>
          <a:gradFill>
            <a:gsLst>
              <a:gs pos="2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 scaled="1"/>
          </a:gradFill>
          <a:ln w="2858" cap="rnd">
            <a:noFill/>
            <a:prstDash val="solid"/>
            <a:round/>
          </a:ln>
        </p:spPr>
        <p:txBody>
          <a:bodyPr rtlCol="0" anchor="ctr">
            <a:noAutofit/>
          </a:bodyPr>
          <a:lstStyle/>
          <a:p>
            <a:pPr lvl="0" algn="l" defTabSz="914400">
              <a:buClrTx/>
              <a:buSzTx/>
              <a:buFontTx/>
            </a:pPr>
            <a:endParaRPr lang="zh-CN" altLang="en-US" sz="1350" dirty="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4.jpeg"/><Relationship Id="rId2" Type="http://schemas.openxmlformats.org/officeDocument/2006/relationships/tags" Target="../tags/tag14.xml"/><Relationship Id="rId12" Type="http://schemas.openxmlformats.org/officeDocument/2006/relationships/theme" Target="../theme/theme1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语文素材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>
            <a:alphaModFix amt="20000"/>
          </a:blip>
          <a:srcRect/>
          <a:stretch>
            <a:fillRect/>
          </a:stretch>
        </p:blipFill>
        <p:spPr>
          <a:xfrm>
            <a:off x="1143" y="857250"/>
            <a:ext cx="9141714" cy="51435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缺角矩形 10"/>
          <p:cNvSpPr/>
          <p:nvPr userDrawn="1">
            <p:custDataLst>
              <p:tags r:id="rId4"/>
            </p:custDataLst>
          </p:nvPr>
        </p:nvSpPr>
        <p:spPr>
          <a:xfrm>
            <a:off x="186214" y="1019651"/>
            <a:ext cx="8771573" cy="4981099"/>
          </a:xfrm>
          <a:prstGeom prst="plaque">
            <a:avLst>
              <a:gd name="adj" fmla="val 3945"/>
            </a:avLst>
          </a:prstGeom>
          <a:gradFill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15" name="任意多边形 14"/>
          <p:cNvSpPr/>
          <p:nvPr userDrawn="1">
            <p:custDataLst>
              <p:tags r:id="rId5"/>
            </p:custDataLst>
          </p:nvPr>
        </p:nvSpPr>
        <p:spPr>
          <a:xfrm>
            <a:off x="266224" y="1097756"/>
            <a:ext cx="8611076" cy="113824"/>
          </a:xfrm>
          <a:custGeom>
            <a:avLst/>
            <a:gdLst>
              <a:gd name="adj" fmla="val 0"/>
              <a:gd name="a" fmla="pin 0 adj 50000"/>
              <a:gd name="x1" fmla="*/ ss a 100000"/>
              <a:gd name="x2" fmla="+- r 0 x1"/>
              <a:gd name="y2" fmla="+- b 0 x1"/>
              <a:gd name="il" fmla="*/ x1 70711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90" h="234">
                <a:moveTo>
                  <a:pt x="16956" y="0"/>
                </a:moveTo>
                <a:lnTo>
                  <a:pt x="17190" y="0"/>
                </a:lnTo>
                <a:lnTo>
                  <a:pt x="17190" y="234"/>
                </a:lnTo>
                <a:lnTo>
                  <a:pt x="17184" y="231"/>
                </a:lnTo>
                <a:cubicBezTo>
                  <a:pt x="17082" y="188"/>
                  <a:pt x="17001" y="107"/>
                  <a:pt x="16958" y="5"/>
                </a:cubicBezTo>
                <a:lnTo>
                  <a:pt x="16956" y="0"/>
                </a:lnTo>
                <a:close/>
                <a:moveTo>
                  <a:pt x="0" y="0"/>
                </a:moveTo>
                <a:lnTo>
                  <a:pt x="234" y="0"/>
                </a:lnTo>
                <a:lnTo>
                  <a:pt x="232" y="5"/>
                </a:lnTo>
                <a:cubicBezTo>
                  <a:pt x="189" y="107"/>
                  <a:pt x="108" y="188"/>
                  <a:pt x="6" y="231"/>
                </a:cubicBez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alpha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lvl="0" algn="ctr" defTabSz="914400">
              <a:buClrTx/>
              <a:buSzTx/>
              <a:buFontTx/>
            </a:pPr>
            <a:endParaRPr lang="zh-CN" altLang="en-US" sz="135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1"/>
          </a:gradFill>
          <a:latin typeface="汉仪古隶简" panose="00020600040101010101" charset="-122"/>
          <a:ea typeface="汉仪古隶简" panose="00020600040101010101" charset="-122"/>
          <a:cs typeface="+mj-cs"/>
          <a:sym typeface="汉仪古隶简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/>
        </p:nvSpPr>
        <p:spPr>
          <a:xfrm>
            <a:off x="6567170" y="2023745"/>
            <a:ext cx="1205230" cy="3658870"/>
          </a:xfrm>
          <a:prstGeom prst="rect">
            <a:avLst/>
          </a:prstGeom>
        </p:spPr>
        <p:txBody>
          <a:bodyPr vert="eaVert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sz="1600">
                <a:solidFill>
                  <a:schemeClr val="tx1"/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rPr>
              <a:t>坐山：</a:t>
            </a:r>
            <a:endParaRPr sz="1600">
              <a:solidFill>
                <a:schemeClr val="tx1"/>
              </a:solidFill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  <a:p>
            <a:r>
              <a:rPr sz="1600">
                <a:solidFill>
                  <a:schemeClr val="tx1"/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rPr>
              <a:t>向山：</a:t>
            </a:r>
            <a:endParaRPr sz="1600">
              <a:solidFill>
                <a:schemeClr val="tx1"/>
              </a:solidFill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  <a:p>
            <a:r>
              <a:rPr sz="1600">
                <a:solidFill>
                  <a:schemeClr val="tx1"/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rPr>
              <a:t>四柱：年柱 月柱 日柱 时柱</a:t>
            </a:r>
            <a:endParaRPr sz="1600">
              <a:solidFill>
                <a:schemeClr val="tx1"/>
              </a:solidFill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7772400" y="1522095"/>
            <a:ext cx="736600" cy="4168775"/>
          </a:xfrm>
        </p:spPr>
        <p:txBody>
          <a:bodyPr vert="eaVert"/>
          <a:lstStyle/>
          <a:p>
            <a:r>
              <a:rPr lang="zh-CN" altLang="en-US" sz="4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颜楷简" panose="00020600040101010101" charset="-122"/>
                <a:ea typeface="汉仪颜楷简" panose="00020600040101010101" charset="-122"/>
              </a:rPr>
              <a:t>择日课单</a:t>
            </a:r>
            <a:endParaRPr lang="zh-CN" altLang="en-US" sz="4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062345" y="1694180"/>
            <a:ext cx="450215" cy="1019810"/>
          </a:xfrm>
        </p:spPr>
        <p:txBody>
          <a:bodyPr vert="eaVert"/>
          <a:lstStyle/>
          <a:p>
            <a:r>
              <a:rPr lang="zh-CN" altLang="en-US" sz="1600"/>
              <a:t>月将：</a:t>
            </a:r>
            <a:endParaRPr lang="zh-CN" altLang="en-US" sz="1600"/>
          </a:p>
        </p:txBody>
      </p:sp>
      <p:sp>
        <p:nvSpPr>
          <p:cNvPr id="2" name="文本框 1"/>
          <p:cNvSpPr txBox="1"/>
          <p:nvPr/>
        </p:nvSpPr>
        <p:spPr>
          <a:xfrm>
            <a:off x="5518150" y="1694180"/>
            <a:ext cx="489585" cy="92329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600"/>
              <a:t>天盘：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4232275" y="1694180"/>
            <a:ext cx="1316990" cy="1376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天地盘区域</a:t>
            </a:r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49265" y="3370580"/>
            <a:ext cx="513080" cy="9652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600"/>
              <a:t>四课：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4107815" y="3197860"/>
            <a:ext cx="1316990" cy="1376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四课区域</a:t>
            </a:r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49265" y="4462780"/>
            <a:ext cx="513080" cy="9652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600"/>
              <a:t>三传：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3535680" y="4462780"/>
            <a:ext cx="212598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三传区域</a:t>
            </a:r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52450" y="814388"/>
            <a:ext cx="8039100" cy="5229225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42285" y="1497965"/>
            <a:ext cx="859155" cy="134810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/>
              <a:t>课格课体：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980055" y="3065145"/>
            <a:ext cx="859155" cy="134810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/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课格课体区域</a:t>
            </a:r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20315" y="1230630"/>
            <a:ext cx="694055" cy="12573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/>
              <a:t>传统断语：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432560" y="2198370"/>
            <a:ext cx="1272540" cy="2376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传统断语区域</a:t>
            </a:r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3"/>
</p:tagLst>
</file>

<file path=ppt/tags/tag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8660"/>
</p:tagLst>
</file>

<file path=ppt/tags/tag1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8660"/>
</p:tagLst>
</file>

<file path=ppt/tags/tag1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8660"/>
  <p:tag name="KSO_WM_TEMPLATE_CATEGORY" val="custom"/>
  <p:tag name="KSO_WM_TEMPLATE_MASTER_TYPE" val="0"/>
</p:tagLst>
</file>

<file path=ppt/tags/tag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添加文档的标题"/>
  <p:tag name="KSO_WM_UNIT_ID" val="custom40498660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8660"/>
  <p:tag name="KSO_WM_TEMPLATE_CATEGORY" val="custom"/>
  <p:tag name="KSO_WM_UNIT_ISCONTENTSTITLE" val="0"/>
  <p:tag name="KSO_WM_UNIT_VALUE" val="10"/>
</p:tagLst>
</file>

<file path=ppt/tags/tag2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40498660_1*b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8660"/>
  <p:tag name="KSO_WM_TEMPLATE_CATEGORY" val="custom"/>
  <p:tag name="KSO_WM_UNIT_ISCONTENTSTITLE" val="0"/>
  <p:tag name="KSO_WM_UNIT_VALUE" val="33"/>
  <p:tag name="KSO_WM_UNIT_TEXT_TYPE" val="1"/>
  <p:tag name="KSO_WM_UNIT_NOCLEAR" val="0"/>
  <p:tag name="KSO_WM_UNIT_PRESET_TEXT" val="单击此处添加副标题"/>
</p:tagLst>
</file>

<file path=ppt/tags/tag25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8660"/>
  <p:tag name="KSO_WM_TEMPLATE_CATEGORY" val="custom"/>
  <p:tag name="KSO_WM_SLIDE_INDEX" val="1"/>
  <p:tag name="KSO_WM_SLIDE_ID" val="custom40498660_1"/>
  <p:tag name="KSO_WM_TEMPLATE_MASTER_TYPE" val="0"/>
  <p:tag name="KSO_WM_SLIDE_LAYOUT" val="a_b"/>
  <p:tag name="KSO_WM_SLIDE_LAYOUT_CNT" val="1_1"/>
</p:tagLst>
</file>

<file path=ppt/theme/theme1.xml><?xml version="1.0" encoding="utf-8"?>
<a:theme xmlns:a="http://schemas.openxmlformats.org/drawingml/2006/main" name="语文课堂通用模板">
  <a:themeElements>
    <a:clrScheme name="">
      <a:dk1>
        <a:srgbClr val="000000"/>
      </a:dk1>
      <a:lt1>
        <a:srgbClr val="FFFFFF"/>
      </a:lt1>
      <a:dk2>
        <a:srgbClr val="352011"/>
      </a:dk2>
      <a:lt2>
        <a:srgbClr val="FCF8F5"/>
      </a:lt2>
      <a:accent1>
        <a:srgbClr val="B27554"/>
      </a:accent1>
      <a:accent2>
        <a:srgbClr val="D4A07B"/>
      </a:accent2>
      <a:accent3>
        <a:srgbClr val="B66E5E"/>
      </a:accent3>
      <a:accent4>
        <a:srgbClr val="D4957B"/>
      </a:accent4>
      <a:accent5>
        <a:srgbClr val="B48B55"/>
      </a:accent5>
      <a:accent6>
        <a:srgbClr val="CCAE76"/>
      </a:accent6>
      <a:hlink>
        <a:srgbClr val="0026E5"/>
      </a:hlink>
      <a:folHlink>
        <a:srgbClr val="7E1FAD"/>
      </a:folHlink>
    </a:clrScheme>
    <a:fontScheme name="自定义 150">
      <a:majorFont>
        <a:latin typeface="汉仪古隶简"/>
        <a:ea typeface="汉仪古隶简"/>
        <a:cs typeface=""/>
      </a:majorFont>
      <a:minorFont>
        <a:latin typeface="汉仪古隶简"/>
        <a:ea typeface="汉仪古隶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9050">
          <a:solidFill>
            <a:schemeClr val="accent1">
              <a:alpha val="65000"/>
            </a:schemeClr>
          </a:solidFill>
        </a:ln>
      </a:spPr>
      <a:bodyPr vertOverflow="overflow" horzOverflow="overflow" vert="horz" wrap="square" numCol="1" spcCol="0" rtlCol="0" fromWordArt="0" anchor="ctr" anchorCtr="0" compatLnSpc="1">
        <a:noAutofit/>
      </a:bodyPr>
      <a:lstStyle>
        <a:defPPr lvl="0" algn="ctr">
          <a:buClrTx/>
          <a:buSzTx/>
          <a:buFontTx/>
          <a:defRPr lang="zh-CN" altLang="en-US">
            <a:sym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WPS 演示</Application>
  <PresentationFormat>On-screen Show (4:3)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汉仪古隶简</vt:lpstr>
      <vt:lpstr>汉仪颜楷简</vt:lpstr>
      <vt:lpstr>语文课堂通用模板</vt:lpstr>
      <vt:lpstr>择日課單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梁文彬</cp:lastModifiedBy>
  <cp:revision>4</cp:revision>
  <dcterms:created xsi:type="dcterms:W3CDTF">2013-01-27T09:14:00Z</dcterms:created>
  <dcterms:modified xsi:type="dcterms:W3CDTF">2026-03-31T02:57:43Z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265188E9A949460699CBE84FB4CFEB5F_13</vt:lpwstr>
  </property>
</Properties>
</file>