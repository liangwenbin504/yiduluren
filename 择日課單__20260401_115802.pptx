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择日課單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坐山：</a:t>
            </a:r>
          </a:p>
          <a:p>
            <a:r>
              <a:t>向山：</a:t>
            </a:r>
          </a:p>
          <a:p>
            <a:r>
              <a:t>四柱：年柱 月柱 日柱 时柱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大六壬信息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三传： →  →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吉日列表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日期：日期，时辰：时辰，评分：评分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综合评价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断语内容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