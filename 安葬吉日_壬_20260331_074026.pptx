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/>
            </a:pPr>
            <a:r>
              <a:t>安葬吉日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坐山：壬</a:t>
            </a:r>
          </a:p>
          <a:p>
            <a:r>
              <a:t>向山：丙</a:t>
            </a:r>
          </a:p>
          <a:p>
            <a:r>
              <a:t>四柱：丙午 辛卯 己亥 甲子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大六壬信息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综合评分：95</a:t>
            </a:r>
          </a:p>
          <a:p>
            <a:pPr>
              <a:defRPr sz="1600"/>
            </a:pPr>
            <a:r>
              <a:t>山：壬，向：丙</a:t>
            </a:r>
          </a:p>
          <a:p>
            <a:pPr>
              <a:defRPr sz="1600"/>
            </a:pPr>
            <a:r>
              <a:t>课体：青龙返首</a:t>
            </a:r>
          </a:p>
          <a:p>
            <a:pPr>
              <a:defRPr sz="1600"/>
            </a:pPr>
            <a:r>
              <a:t>三传：寅 → 卯 → 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课格信息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青龙返首</a:t>
            </a:r>
          </a:p>
          <a:p>
            <a:pPr>
              <a:defRPr sz="1600"/>
            </a:pPr>
            <a:r>
              <a:t>贵人到山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吉日列表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1. 日期：2026-01-01，时辰：子时，评分：95</a:t>
            </a:r>
          </a:p>
          <a:p>
            <a:pPr>
              <a:defRPr sz="1600"/>
            </a:pPr>
            <a:r>
              <a:t>2. 日期：2026-01-02，时辰：丑时，评分：90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综合评价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此日课格局优美，禄马贵人到山到向，为上等吉课。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