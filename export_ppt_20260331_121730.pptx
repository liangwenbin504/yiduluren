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择日課單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坐山：</a:t>
            </a:r>
          </a:p>
          <a:p>
            <a:r>
              <a:t>向山：</a:t>
            </a:r>
          </a:p>
          <a:p>
            <a:r>
              <a:t>四柱：年柱 月柱 日柱 时柱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