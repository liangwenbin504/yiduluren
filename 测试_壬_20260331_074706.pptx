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坐山：壬</a:t>
            </a:r>
          </a:p>
          <a:p>
            <a:r>
              <a:t>向山：丙</a:t>
            </a:r>
          </a:p>
          <a:p>
            <a:r>
              <a:t>四柱：丙午 辛卯 己亥 甲子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吉日列表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日期：2026-01-01，时辰：子时，评分：95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综合评价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测试评价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